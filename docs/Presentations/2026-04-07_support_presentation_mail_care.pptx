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ASSISTANT MAIL ACCESSIBLE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Mail Care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Lire, comprendre, classer, dicter, corriger et envoyer devient plus simple.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Un assistant qui s'adapte aux capacités de l'utilisateur.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IA + voix + accessibilité + contrôle humain.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01 / 13</a:t>
            </a:r>
            <a:endParaRPr lang="fr-F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LE PROBLÈME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La messagerie est indispensable, mais pas toujours accessible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Lecture dense et fatigue cognitive.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Saisie difficile au clavier ou à la souris.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Stress de formulation et risque d'erreur avant envoi.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Ces obstacles peuvent réduire l'autonomie numérique.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02 / 13</a:t>
            </a:r>
            <a:endParaRPr lang="fr-F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LA SOLUTION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 assistant qui accompagne sans faire à la place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Se connecter et ouvrir la page mail.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Choisir un message ou créer un nouveau mail.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Classer, prioriser, demander une aide IA, dicter ou corriger.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Valider, rejeter, modifier ou supprimer avant envoi.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03 / 13</a:t>
            </a:r>
            <a:endParaRPr lang="fr-F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FONCTIONS PRINCIPALES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Comprendre, classer, rédiger, corriger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Analyse d'un mail : sujet, informations utiles, réponse possible.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Classement des mails : urgence, demandes d'action, validation, priorités.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Rédaction assistée : brouillon de réponse ou nouveau mail.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Dictée vocale et édition vocale IA.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Accessibilité : lecture progressive, boutons, confort visuel.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04 / 13</a:t>
            </a:r>
            <a:endParaRPr lang="fr-F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INNOVATION D'USAGE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L'édition entièrement vocale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Modifier sans sélectionner manuellement le texte.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Éviter le positionnement précis du curseur.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Exemple : « Dans Bonjour Madame, ajoute Mademoiselle virgule devant Madame. »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Exemple : « Positionne-toi en fin de page et ajoute le mot cordialement. »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05 / 13</a:t>
            </a:r>
            <a:endParaRPr lang="fr-F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SANS PAROLE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L'accessibilité ne doit pas dépendre uniquement de la voix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Clavier classique ou adapté, clavier virtuel, contacteur.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Navigation web assistée et sélection progressive.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Lecture progressive, boutons agrandis, confirmations renforcées.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Copier-coller depuis un outil d'aide à la communication.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La voix est un accélérateur, pas le seul mode d'accès.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06 / 13</a:t>
            </a:r>
            <a:endParaRPr lang="fr-F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PUBLICS PRIORITAIRES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Conçu pour réduire les obstacles d'usage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Personnes en situation de handicap.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Personnes privées de la parole ou utilisant une communication alternative.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Personnes âgées, notamment plus de 75 ans.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Aidants, associations et structures d’accompagnement.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07 / 13</a:t>
            </a:r>
            <a:endParaRPr lang="fr-FR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POUR LES ORGANISATIONS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 levier d'inclusion numérique et professionnelle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Aménagement de poste et maintien dans l'emploi.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Accompagnement des personnes en difficulté avec la communication écrite.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Usage possible en entreprise, association, collectivité ou structure médico-sociale.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Contrat spécifique selon le périmètre et le niveau de support.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08 / 13</a:t>
            </a:r>
            <a:endParaRPr lang="fr-FR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DIFFÉRENCIATION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Plus qu'un outil de productivité : une solution d'accessibilité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Voix, IA et modes alternatifs.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Classement intelligent et règles de traitement.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Contrôle humain avant envoi.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RGPD par conception et minimisation des données.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Installation locale Mac/Windows, DGX Spark ou architecture serveur.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09 / 13</a:t>
            </a:r>
            <a:endParaRPr lang="fr-FR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DONNÉES ET CONFIANCE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Les mails restent dans les boîtes mail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L'application n'a pas vocation à archiver les boîtes mail.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Conservation limitée aux données nécessaires au fonctionnement.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Pas de conservation durable de l'audio brut par défaut.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Export RGPD du compte connecté.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Choix local ou API à expliciter.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10 / 13</a:t>
            </a:r>
            <a:endParaRPr lang="fr-FR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MODÈLE DE SERVICE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Une tarification alignée avec la vocation sociale du produit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Gratuit pour les personnes justifiant d'une situation de handicap.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Gratuit pour les personnes âgées de plus de 75 ans.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20 € par mois pour les autres utilisateurs individuels.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Contrat spécifique pour entreprises, associations et collectivités.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11 / 13</a:t>
            </a:r>
            <a:endParaRPr lang="fr-FR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MESSAGES CLÉS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Des formulations prêtes à réutiliser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Mail Care rend l'e-mail plus simple, plus vocal et plus accessible grâce à l'IA.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L'application qui prend soin de vos mails et favorise l'autonomie numérique.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Un outil d’inclusion numérique pour accompagner sans faire à la place.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12 / 13</a:t>
            </a:r>
            <a:endParaRPr lang="fr-FR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CONCLUSION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Rendre la messagerie plus inclusive, plus simple et plus autonome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Aider à lire, classer, rédiger, dicter, corriger et valider.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Réduire les obstacles pour les personnes qui en ont le plus besoin.</a:t>
            </a:r>
            <a:endParaRPr lang="fr-FR" sz="2300" dirty="0"/>
          </a:p>
          <a:p>
            <a:pPr marL="342900" indent="-228600">
              <a:buChar char="•"/>
              <a:buFont typeface="Arial"/>
              <a:defRPr sz="2300" dirty="0"/>
            </a:pPr>
            <a:r>
              <a:rPr lang="fr-FR" sz="2300" dirty="0"/>
              <a:t>L'IA accompagne. La personne décide.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13 / 13</a:t>
            </a:r>
            <a:endParaRPr lang="fr-F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l Care Theme">
  <a:themeElements>
    <a:clrScheme name="Mail Care">
      <a:dk1>
        <a:srgbClr val="14211F"/>
      </a:dk1>
      <a:lt1>
        <a:srgbClr val="F5EFE4"/>
      </a:lt1>
      <a:dk2>
        <a:srgbClr val="183F38"/>
      </a:dk2>
      <a:lt2>
        <a:srgbClr val="EAF4ED"/>
      </a:lt2>
      <a:accent1>
        <a:srgbClr val="0F766E"/>
      </a:accent1>
      <a:accent2>
        <a:srgbClr val="E7A83B"/>
      </a:accent2>
      <a:accent3>
        <a:srgbClr val="C9634B"/>
      </a:accent3>
      <a:accent4>
        <a:srgbClr val="B9E6D3"/>
      </a:accent4>
      <a:accent5>
        <a:srgbClr val="60736F"/>
      </a:accent5>
      <a:accent6>
        <a:srgbClr val="FFFFFF"/>
      </a:accent6>
      <a:hlink>
        <a:srgbClr val="0F766E"/>
      </a:hlink>
      <a:folHlink>
        <a:srgbClr val="C9634B"/>
      </a:folHlink>
    </a:clrScheme>
    <a:fontScheme name="Mail Care Fonts">
      <a:majorFont>
        <a:latin typeface="Aptos Display"/>
      </a:majorFont>
      <a:minorFont>
        <a:latin typeface="Aptos"/>
      </a:minorFont>
    </a:fontScheme>
    <a:fmtScheme name="Mail Care Forma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13</Slides>
  <Company>Mail Care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Care - Support de présentation</dc:title>
  <dc:creator>Accessible Mail Assistant</dc:creator>
  <cp:lastModifiedBy>Codex</cp:lastModifiedBy>
  <dcterms:created xsi:type="dcterms:W3CDTF">2026-04-07T18:57:57Z</dcterms:created>
  <dcterms:modified xsi:type="dcterms:W3CDTF">2026-04-07T18:57:57Z</dcterms:modified>
</cp:coreProperties>
</file>